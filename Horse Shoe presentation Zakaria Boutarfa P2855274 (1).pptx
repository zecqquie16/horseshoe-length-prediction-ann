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w Bold" charset="1" panose="00000800000000000000"/>
      <p:regular r:id="rId17"/>
    </p:embeddedFont>
    <p:embeddedFont>
      <p:font typeface="DM Sans Italics" charset="1" panose="000000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48409">
            <a:off x="-1871927" y="7973496"/>
            <a:ext cx="6755091" cy="6130246"/>
          </a:xfrm>
          <a:custGeom>
            <a:avLst/>
            <a:gdLst/>
            <a:ahLst/>
            <a:cxnLst/>
            <a:rect r="r" b="b" t="t" l="l"/>
            <a:pathLst>
              <a:path h="6130246" w="6755091">
                <a:moveTo>
                  <a:pt x="0" y="0"/>
                </a:moveTo>
                <a:lnTo>
                  <a:pt x="6755092" y="0"/>
                </a:lnTo>
                <a:lnTo>
                  <a:pt x="6755092" y="6130246"/>
                </a:lnTo>
                <a:lnTo>
                  <a:pt x="0" y="6130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223819">
            <a:off x="10214960" y="-5715833"/>
            <a:ext cx="12596877" cy="11431666"/>
          </a:xfrm>
          <a:custGeom>
            <a:avLst/>
            <a:gdLst/>
            <a:ahLst/>
            <a:cxnLst/>
            <a:rect r="r" b="b" t="t" l="l"/>
            <a:pathLst>
              <a:path h="11431666" w="12596877">
                <a:moveTo>
                  <a:pt x="0" y="0"/>
                </a:moveTo>
                <a:lnTo>
                  <a:pt x="12596877" y="0"/>
                </a:lnTo>
                <a:lnTo>
                  <a:pt x="12596877" y="11431666"/>
                </a:lnTo>
                <a:lnTo>
                  <a:pt x="0" y="11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1593" y="4533271"/>
            <a:ext cx="18339054" cy="225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1"/>
              </a:lnSpc>
            </a:pPr>
            <a:r>
              <a:rPr lang="en-US" sz="13307" b="true">
                <a:solidFill>
                  <a:srgbClr val="B100E8"/>
                </a:solidFill>
                <a:latin typeface="Now Bold"/>
                <a:ea typeface="Now Bold"/>
                <a:cs typeface="Now Bold"/>
                <a:sym typeface="Now Bold"/>
              </a:rPr>
              <a:t>NEURAL NETWORK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28700" y="-143539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194833">
            <a:off x="14482979" y="8370874"/>
            <a:ext cx="5020066" cy="5020066"/>
          </a:xfrm>
          <a:custGeom>
            <a:avLst/>
            <a:gdLst/>
            <a:ahLst/>
            <a:cxnLst/>
            <a:rect r="r" b="b" t="t" l="l"/>
            <a:pathLst>
              <a:path h="5020066" w="5020066">
                <a:moveTo>
                  <a:pt x="0" y="0"/>
                </a:moveTo>
                <a:lnTo>
                  <a:pt x="5020067" y="0"/>
                </a:lnTo>
                <a:lnTo>
                  <a:pt x="5020067" y="5020066"/>
                </a:lnTo>
                <a:lnTo>
                  <a:pt x="0" y="5020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4634" y="3441538"/>
            <a:ext cx="15318379" cy="131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5"/>
              </a:lnSpc>
            </a:pPr>
            <a:r>
              <a:rPr lang="en-US" sz="7658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HORSE SHOE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593" y="6716757"/>
            <a:ext cx="7827699" cy="88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13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by: Zakaria Boutarfa</a:t>
            </a:r>
          </a:p>
          <a:p>
            <a:pPr algn="l" marL="0" indent="0" lvl="0">
              <a:lnSpc>
                <a:spcPts val="3583"/>
              </a:lnSpc>
              <a:spcBef>
                <a:spcPct val="0"/>
              </a:spcBef>
            </a:pPr>
            <a:r>
              <a:rPr lang="en-US" sz="2913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P2855274</a:t>
            </a:r>
            <a:r>
              <a:rPr lang="en-US" sz="2913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4634" y="1969764"/>
            <a:ext cx="1173233" cy="1164700"/>
          </a:xfrm>
          <a:custGeom>
            <a:avLst/>
            <a:gdLst/>
            <a:ahLst/>
            <a:cxnLst/>
            <a:rect r="r" b="b" t="t" l="l"/>
            <a:pathLst>
              <a:path h="1164700" w="1173233">
                <a:moveTo>
                  <a:pt x="0" y="0"/>
                </a:moveTo>
                <a:lnTo>
                  <a:pt x="1173233" y="0"/>
                </a:lnTo>
                <a:lnTo>
                  <a:pt x="1173233" y="1164701"/>
                </a:lnTo>
                <a:lnTo>
                  <a:pt x="0" y="1164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86100" y="2156914"/>
            <a:ext cx="2002690" cy="78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 spc="-50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Studio Shodwe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223819">
            <a:off x="-4572963" y="4006074"/>
            <a:ext cx="9665112" cy="8771089"/>
          </a:xfrm>
          <a:custGeom>
            <a:avLst/>
            <a:gdLst/>
            <a:ahLst/>
            <a:cxnLst/>
            <a:rect r="r" b="b" t="t" l="l"/>
            <a:pathLst>
              <a:path h="8771089" w="9665112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71740" y="1648649"/>
            <a:ext cx="6344521" cy="7111957"/>
            <a:chOff x="0" y="0"/>
            <a:chExt cx="1670985" cy="18731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0985" cy="1873108"/>
            </a:xfrm>
            <a:custGeom>
              <a:avLst/>
              <a:gdLst/>
              <a:ahLst/>
              <a:cxnLst/>
              <a:rect r="r" b="b" t="t" l="l"/>
              <a:pathLst>
                <a:path h="1873108" w="1670985">
                  <a:moveTo>
                    <a:pt x="0" y="0"/>
                  </a:moveTo>
                  <a:lnTo>
                    <a:pt x="1670985" y="0"/>
                  </a:lnTo>
                  <a:lnTo>
                    <a:pt x="1670985" y="1873108"/>
                  </a:lnTo>
                  <a:lnTo>
                    <a:pt x="0" y="1873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48A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670985" cy="1882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32358" y="7708556"/>
            <a:ext cx="1769644" cy="1711728"/>
          </a:xfrm>
          <a:custGeom>
            <a:avLst/>
            <a:gdLst/>
            <a:ahLst/>
            <a:cxnLst/>
            <a:rect r="r" b="b" t="t" l="l"/>
            <a:pathLst>
              <a:path h="1711728" w="1769644">
                <a:moveTo>
                  <a:pt x="0" y="0"/>
                </a:moveTo>
                <a:lnTo>
                  <a:pt x="1769644" y="0"/>
                </a:lnTo>
                <a:lnTo>
                  <a:pt x="1769644" y="1711729"/>
                </a:lnTo>
                <a:lnTo>
                  <a:pt x="0" y="1711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6727" y="3053774"/>
            <a:ext cx="4312629" cy="480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Conception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Methodology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Manipulating Data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Visualization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Architecture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Training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Results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Optimization</a:t>
            </a:r>
          </a:p>
          <a:p>
            <a:pPr algn="l" marL="595784" indent="-297892" lvl="1">
              <a:lnSpc>
                <a:spcPts val="4304"/>
              </a:lnSpc>
              <a:buFont typeface="Arial"/>
              <a:buChar char="•"/>
            </a:pPr>
            <a:r>
              <a:rPr lang="en-US" sz="2759" i="true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28644" y="1804155"/>
            <a:ext cx="4830711" cy="76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4"/>
              </a:lnSpc>
            </a:pPr>
            <a:r>
              <a:rPr lang="en-US" b="true" sz="4586" spc="311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Overview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17180" y="-1431186"/>
            <a:ext cx="3656258" cy="365625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085397" y="2796124"/>
            <a:ext cx="6076393" cy="0"/>
          </a:xfrm>
          <a:prstGeom prst="line">
            <a:avLst/>
          </a:prstGeom>
          <a:ln cap="flat" w="38100">
            <a:solidFill>
              <a:srgbClr val="048A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9719" y="-1276542"/>
            <a:ext cx="2556280" cy="2553085"/>
          </a:xfrm>
          <a:custGeom>
            <a:avLst/>
            <a:gdLst/>
            <a:ahLst/>
            <a:cxnLst/>
            <a:rect r="r" b="b" t="t" l="l"/>
            <a:pathLst>
              <a:path h="2553085" w="2556280">
                <a:moveTo>
                  <a:pt x="0" y="0"/>
                </a:moveTo>
                <a:lnTo>
                  <a:pt x="2556280" y="0"/>
                </a:lnTo>
                <a:lnTo>
                  <a:pt x="2556280" y="2553084"/>
                </a:lnTo>
                <a:lnTo>
                  <a:pt x="0" y="255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589607" y="0"/>
            <a:ext cx="8698393" cy="10400373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2794" y="-128"/>
              <a:ext cx="8606155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6155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0" t="-27458" r="-1536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584476" y="8616204"/>
            <a:ext cx="4010261" cy="4005248"/>
          </a:xfrm>
          <a:custGeom>
            <a:avLst/>
            <a:gdLst/>
            <a:ahLst/>
            <a:cxnLst/>
            <a:rect r="r" b="b" t="t" l="l"/>
            <a:pathLst>
              <a:path h="4005248" w="4010261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15104" y="1585374"/>
            <a:ext cx="5189556" cy="88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3"/>
              </a:lnSpc>
            </a:pPr>
            <a:r>
              <a:rPr lang="en-US" sz="5160" b="true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Conception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58979" y="2862162"/>
            <a:ext cx="6157357" cy="366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878" indent="-242439" lvl="1">
              <a:lnSpc>
                <a:spcPts val="3278"/>
              </a:lnSpc>
              <a:buFont typeface="Arial"/>
              <a:buChar char="•"/>
            </a:pPr>
            <a:r>
              <a:rPr lang="en-US" sz="22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Building a neural network to predict horse shoe’s external length based on four measurement of the horse shoe</a:t>
            </a:r>
          </a:p>
          <a:p>
            <a:pPr algn="l">
              <a:lnSpc>
                <a:spcPts val="3278"/>
              </a:lnSpc>
            </a:pPr>
          </a:p>
          <a:p>
            <a:pPr algn="l">
              <a:lnSpc>
                <a:spcPts val="3278"/>
              </a:lnSpc>
            </a:pPr>
          </a:p>
          <a:p>
            <a:pPr algn="l">
              <a:lnSpc>
                <a:spcPts val="3278"/>
              </a:lnSpc>
            </a:pPr>
          </a:p>
          <a:p>
            <a:pPr algn="l" marL="484878" indent="-242439" lvl="1">
              <a:lnSpc>
                <a:spcPts val="3278"/>
              </a:lnSpc>
              <a:buFont typeface="Arial"/>
              <a:buChar char="•"/>
            </a:pPr>
            <a:r>
              <a:rPr lang="en-US" sz="22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Developping an accurate performant and reliable model with optimized topology and appropriate visualization tools.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855821" y="76965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2965" y="-4982246"/>
            <a:ext cx="8083465" cy="8073361"/>
          </a:xfrm>
          <a:custGeom>
            <a:avLst/>
            <a:gdLst/>
            <a:ahLst/>
            <a:cxnLst/>
            <a:rect r="r" b="b" t="t" l="l"/>
            <a:pathLst>
              <a:path h="8073361" w="8083465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8410" y="-5076387"/>
            <a:ext cx="9641780" cy="9629727"/>
          </a:xfrm>
          <a:custGeom>
            <a:avLst/>
            <a:gdLst/>
            <a:ahLst/>
            <a:cxnLst/>
            <a:rect r="r" b="b" t="t" l="l"/>
            <a:pathLst>
              <a:path h="9629727" w="9641780">
                <a:moveTo>
                  <a:pt x="0" y="0"/>
                </a:moveTo>
                <a:lnTo>
                  <a:pt x="9641780" y="0"/>
                </a:lnTo>
                <a:lnTo>
                  <a:pt x="9641780" y="9629728"/>
                </a:lnTo>
                <a:lnTo>
                  <a:pt x="0" y="962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9970" y="7909420"/>
            <a:ext cx="1469330" cy="1421243"/>
          </a:xfrm>
          <a:custGeom>
            <a:avLst/>
            <a:gdLst/>
            <a:ahLst/>
            <a:cxnLst/>
            <a:rect r="r" b="b" t="t" l="l"/>
            <a:pathLst>
              <a:path h="1421243" w="1469330">
                <a:moveTo>
                  <a:pt x="0" y="0"/>
                </a:moveTo>
                <a:lnTo>
                  <a:pt x="1469330" y="0"/>
                </a:lnTo>
                <a:lnTo>
                  <a:pt x="1469330" y="1421243"/>
                </a:lnTo>
                <a:lnTo>
                  <a:pt x="0" y="1421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82251" y="1560523"/>
            <a:ext cx="6875863" cy="90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7"/>
              </a:lnSpc>
            </a:pPr>
            <a:r>
              <a:rPr lang="en-US" sz="5343" b="true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Data Manipulation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9211339" y="2867678"/>
            <a:ext cx="0" cy="553813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924114" y="5598645"/>
            <a:ext cx="3066811" cy="131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98520" indent="-199260" lvl="1">
              <a:lnSpc>
                <a:spcPts val="2694"/>
              </a:lnSpc>
              <a:buFont typeface="Arial"/>
              <a:buChar char="•"/>
            </a:pPr>
            <a:r>
              <a:rPr lang="en-US" sz="18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Arrange input to be in a range from 0 to 1 falicitate the training.</a:t>
            </a:r>
          </a:p>
          <a:p>
            <a:pPr algn="ctr" marL="398520" indent="-199260" lvl="1">
              <a:lnSpc>
                <a:spcPts val="2694"/>
              </a:lnSpc>
              <a:buFont typeface="Arial"/>
              <a:buChar char="•"/>
            </a:pPr>
            <a:r>
              <a:rPr lang="en-US" sz="18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Using transposed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8832" y="4278242"/>
            <a:ext cx="3413332" cy="117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8"/>
              </a:lnSpc>
            </a:pPr>
            <a:r>
              <a:rPr lang="en-US" sz="3394" b="true">
                <a:solidFill>
                  <a:srgbClr val="B100E8"/>
                </a:solidFill>
                <a:latin typeface="Now Bold"/>
                <a:ea typeface="Now Bold"/>
                <a:cs typeface="Now Bold"/>
                <a:sym typeface="Now Bold"/>
              </a:rPr>
              <a:t>Transforming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4327715" y="6542790"/>
            <a:ext cx="9641780" cy="9629727"/>
          </a:xfrm>
          <a:custGeom>
            <a:avLst/>
            <a:gdLst/>
            <a:ahLst/>
            <a:cxnLst/>
            <a:rect r="r" b="b" t="t" l="l"/>
            <a:pathLst>
              <a:path h="9629727" w="9641780">
                <a:moveTo>
                  <a:pt x="0" y="0"/>
                </a:moveTo>
                <a:lnTo>
                  <a:pt x="9641780" y="0"/>
                </a:lnTo>
                <a:lnTo>
                  <a:pt x="9641780" y="9629727"/>
                </a:lnTo>
                <a:lnTo>
                  <a:pt x="0" y="9629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87903" y="5598645"/>
            <a:ext cx="3066811" cy="97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8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70% for training</a:t>
            </a:r>
          </a:p>
          <a:p>
            <a:pPr algn="ctr">
              <a:lnSpc>
                <a:spcPts val="2694"/>
              </a:lnSpc>
            </a:pPr>
            <a:r>
              <a:rPr lang="en-US" sz="18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20% for validation</a:t>
            </a:r>
          </a:p>
          <a:p>
            <a:pPr algn="ctr">
              <a:lnSpc>
                <a:spcPts val="2694"/>
              </a:lnSpc>
            </a:pPr>
            <a:r>
              <a:rPr lang="en-US" sz="18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10% for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0514" y="4570419"/>
            <a:ext cx="3908553" cy="57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8"/>
              </a:lnSpc>
            </a:pPr>
            <a:r>
              <a:rPr lang="en-US" sz="3394" b="true">
                <a:solidFill>
                  <a:srgbClr val="B100E8"/>
                </a:solidFill>
                <a:latin typeface="Now Bold"/>
                <a:ea typeface="Now Bold"/>
                <a:cs typeface="Now Bold"/>
                <a:sym typeface="Now Bold"/>
              </a:rPr>
              <a:t>Splitting Datasets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1751" y="2483861"/>
            <a:ext cx="7076105" cy="5319279"/>
          </a:xfrm>
          <a:custGeom>
            <a:avLst/>
            <a:gdLst/>
            <a:ahLst/>
            <a:cxnLst/>
            <a:rect r="r" b="b" t="t" l="l"/>
            <a:pathLst>
              <a:path h="5319279" w="7076105">
                <a:moveTo>
                  <a:pt x="0" y="0"/>
                </a:moveTo>
                <a:lnTo>
                  <a:pt x="7076105" y="0"/>
                </a:lnTo>
                <a:lnTo>
                  <a:pt x="7076105" y="5319278"/>
                </a:lnTo>
                <a:lnTo>
                  <a:pt x="0" y="531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83195" y="2483861"/>
            <a:ext cx="7076105" cy="5319279"/>
          </a:xfrm>
          <a:custGeom>
            <a:avLst/>
            <a:gdLst/>
            <a:ahLst/>
            <a:cxnLst/>
            <a:rect r="r" b="b" t="t" l="l"/>
            <a:pathLst>
              <a:path h="5319279" w="7076105">
                <a:moveTo>
                  <a:pt x="0" y="0"/>
                </a:moveTo>
                <a:lnTo>
                  <a:pt x="7076105" y="0"/>
                </a:lnTo>
                <a:lnTo>
                  <a:pt x="7076105" y="5319278"/>
                </a:lnTo>
                <a:lnTo>
                  <a:pt x="0" y="5319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35354" y="1721847"/>
            <a:ext cx="8617293" cy="82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2"/>
              </a:lnSpc>
            </a:pPr>
            <a:r>
              <a:rPr lang="en-US" sz="4865" b="true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Visualization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46768" y="8063498"/>
            <a:ext cx="2391251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048A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Input Histogram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8410" y="8063498"/>
            <a:ext cx="1430417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048A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Input Plot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67097">
            <a:off x="14624984" y="-2635166"/>
            <a:ext cx="5268632" cy="5150088"/>
          </a:xfrm>
          <a:custGeom>
            <a:avLst/>
            <a:gdLst/>
            <a:ahLst/>
            <a:cxnLst/>
            <a:rect r="r" b="b" t="t" l="l"/>
            <a:pathLst>
              <a:path h="5150088" w="5268632">
                <a:moveTo>
                  <a:pt x="0" y="0"/>
                </a:moveTo>
                <a:lnTo>
                  <a:pt x="5268632" y="0"/>
                </a:lnTo>
                <a:lnTo>
                  <a:pt x="5268632" y="5150088"/>
                </a:lnTo>
                <a:lnTo>
                  <a:pt x="0" y="515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878546" y="3596887"/>
            <a:ext cx="2878546" cy="2878546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8900" y="88900"/>
              <a:ext cx="6172200" cy="6172200"/>
            </a:xfrm>
            <a:custGeom>
              <a:avLst/>
              <a:gdLst/>
              <a:ahLst/>
              <a:cxnLst/>
              <a:rect r="r" b="b" t="t" l="l"/>
              <a:pathLst>
                <a:path h="6172200" w="6172200">
                  <a:moveTo>
                    <a:pt x="6172200" y="5864860"/>
                  </a:moveTo>
                  <a:cubicBezTo>
                    <a:pt x="6172200" y="6033770"/>
                    <a:pt x="6035040" y="6170930"/>
                    <a:pt x="5866130" y="6170930"/>
                  </a:cubicBezTo>
                  <a:lnTo>
                    <a:pt x="307340" y="6170930"/>
                  </a:lnTo>
                  <a:cubicBezTo>
                    <a:pt x="137160" y="6172200"/>
                    <a:pt x="0" y="6035040"/>
                    <a:pt x="0" y="5864860"/>
                  </a:cubicBezTo>
                  <a:lnTo>
                    <a:pt x="0" y="307340"/>
                  </a:lnTo>
                  <a:cubicBezTo>
                    <a:pt x="0" y="137160"/>
                    <a:pt x="137160" y="0"/>
                    <a:pt x="307340" y="0"/>
                  </a:cubicBezTo>
                  <a:lnTo>
                    <a:pt x="5866130" y="0"/>
                  </a:lnTo>
                  <a:cubicBezTo>
                    <a:pt x="6035040" y="0"/>
                    <a:pt x="6172200" y="137160"/>
                    <a:pt x="6172200" y="307340"/>
                  </a:cubicBezTo>
                  <a:lnTo>
                    <a:pt x="6172200" y="5864860"/>
                  </a:lnTo>
                  <a:close/>
                </a:path>
              </a:pathLst>
            </a:custGeom>
            <a:blipFill>
              <a:blip r:embed="rId4"/>
              <a:stretch>
                <a:fillRect l="-25031" t="0" r="-25031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953760" y="6350000"/>
                  </a:moveTo>
                  <a:lnTo>
                    <a:pt x="396240" y="6350000"/>
                  </a:lnTo>
                  <a:cubicBezTo>
                    <a:pt x="177800" y="6350000"/>
                    <a:pt x="0" y="6172200"/>
                    <a:pt x="0" y="5953760"/>
                  </a:cubicBezTo>
                  <a:lnTo>
                    <a:pt x="0" y="396240"/>
                  </a:lnTo>
                  <a:cubicBezTo>
                    <a:pt x="0" y="177800"/>
                    <a:pt x="177800" y="0"/>
                    <a:pt x="396240" y="0"/>
                  </a:cubicBezTo>
                  <a:lnTo>
                    <a:pt x="5955030" y="0"/>
                  </a:lnTo>
                  <a:cubicBezTo>
                    <a:pt x="6172200" y="0"/>
                    <a:pt x="6350000" y="177800"/>
                    <a:pt x="6350000" y="396240"/>
                  </a:cubicBezTo>
                  <a:lnTo>
                    <a:pt x="6350000" y="5955030"/>
                  </a:lnTo>
                  <a:cubicBezTo>
                    <a:pt x="6350000" y="6172200"/>
                    <a:pt x="6172200" y="6350000"/>
                    <a:pt x="5953760" y="6350000"/>
                  </a:cubicBezTo>
                  <a:close/>
                  <a:moveTo>
                    <a:pt x="396240" y="179070"/>
                  </a:moveTo>
                  <a:cubicBezTo>
                    <a:pt x="276860" y="179070"/>
                    <a:pt x="179070" y="276860"/>
                    <a:pt x="179070" y="396240"/>
                  </a:cubicBezTo>
                  <a:lnTo>
                    <a:pt x="179070" y="5955030"/>
                  </a:lnTo>
                  <a:cubicBezTo>
                    <a:pt x="179070" y="6074410"/>
                    <a:pt x="276860" y="6172200"/>
                    <a:pt x="396240" y="6172200"/>
                  </a:cubicBezTo>
                  <a:lnTo>
                    <a:pt x="5955030" y="6172200"/>
                  </a:lnTo>
                  <a:cubicBezTo>
                    <a:pt x="6074410" y="6172200"/>
                    <a:pt x="6172200" y="6074410"/>
                    <a:pt x="6172200" y="5955030"/>
                  </a:cubicBezTo>
                  <a:lnTo>
                    <a:pt x="6172200" y="396240"/>
                  </a:lnTo>
                  <a:cubicBezTo>
                    <a:pt x="6172200" y="276860"/>
                    <a:pt x="6074410" y="179070"/>
                    <a:pt x="5955030" y="179070"/>
                  </a:cubicBezTo>
                  <a:lnTo>
                    <a:pt x="396240" y="179070"/>
                  </a:lnTo>
                  <a:close/>
                </a:path>
              </a:pathLst>
            </a:custGeom>
            <a:gradFill rotWithShape="true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9970" y="7837057"/>
            <a:ext cx="1469330" cy="1421243"/>
          </a:xfrm>
          <a:custGeom>
            <a:avLst/>
            <a:gdLst/>
            <a:ahLst/>
            <a:cxnLst/>
            <a:rect r="r" b="b" t="t" l="l"/>
            <a:pathLst>
              <a:path h="1421243" w="1469330">
                <a:moveTo>
                  <a:pt x="0" y="0"/>
                </a:moveTo>
                <a:lnTo>
                  <a:pt x="1469330" y="0"/>
                </a:lnTo>
                <a:lnTo>
                  <a:pt x="1469330" y="1421243"/>
                </a:lnTo>
                <a:lnTo>
                  <a:pt x="0" y="1421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67097">
            <a:off x="-1385063" y="-3257626"/>
            <a:ext cx="5268632" cy="5150088"/>
          </a:xfrm>
          <a:custGeom>
            <a:avLst/>
            <a:gdLst/>
            <a:ahLst/>
            <a:cxnLst/>
            <a:rect r="r" b="b" t="t" l="l"/>
            <a:pathLst>
              <a:path h="5150088" w="5268632">
                <a:moveTo>
                  <a:pt x="0" y="0"/>
                </a:moveTo>
                <a:lnTo>
                  <a:pt x="5268632" y="0"/>
                </a:lnTo>
                <a:lnTo>
                  <a:pt x="5268632" y="5150088"/>
                </a:lnTo>
                <a:lnTo>
                  <a:pt x="0" y="515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65801" y="3296954"/>
            <a:ext cx="4481656" cy="6356958"/>
          </a:xfrm>
          <a:custGeom>
            <a:avLst/>
            <a:gdLst/>
            <a:ahLst/>
            <a:cxnLst/>
            <a:rect r="r" b="b" t="t" l="l"/>
            <a:pathLst>
              <a:path h="6356958" w="4481656">
                <a:moveTo>
                  <a:pt x="0" y="0"/>
                </a:moveTo>
                <a:lnTo>
                  <a:pt x="4481656" y="0"/>
                </a:lnTo>
                <a:lnTo>
                  <a:pt x="448165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86741" y="5036160"/>
            <a:ext cx="11301259" cy="2514530"/>
          </a:xfrm>
          <a:custGeom>
            <a:avLst/>
            <a:gdLst/>
            <a:ahLst/>
            <a:cxnLst/>
            <a:rect r="r" b="b" t="t" l="l"/>
            <a:pathLst>
              <a:path h="2514530" w="11301259">
                <a:moveTo>
                  <a:pt x="0" y="0"/>
                </a:moveTo>
                <a:lnTo>
                  <a:pt x="11301259" y="0"/>
                </a:lnTo>
                <a:lnTo>
                  <a:pt x="11301259" y="2514530"/>
                </a:lnTo>
                <a:lnTo>
                  <a:pt x="0" y="2514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06629" y="2042850"/>
            <a:ext cx="9474742" cy="98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1"/>
              </a:lnSpc>
              <a:spcBef>
                <a:spcPct val="0"/>
              </a:spcBef>
            </a:pPr>
            <a:r>
              <a:rPr lang="en-US" b="true" sz="5741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67097">
            <a:off x="14624984" y="-2635166"/>
            <a:ext cx="5268632" cy="5150088"/>
          </a:xfrm>
          <a:custGeom>
            <a:avLst/>
            <a:gdLst/>
            <a:ahLst/>
            <a:cxnLst/>
            <a:rect r="r" b="b" t="t" l="l"/>
            <a:pathLst>
              <a:path h="5150088" w="5268632">
                <a:moveTo>
                  <a:pt x="0" y="0"/>
                </a:moveTo>
                <a:lnTo>
                  <a:pt x="5268632" y="0"/>
                </a:lnTo>
                <a:lnTo>
                  <a:pt x="5268632" y="5150088"/>
                </a:lnTo>
                <a:lnTo>
                  <a:pt x="0" y="515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878546" y="3596887"/>
            <a:ext cx="2878546" cy="2878546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8900" y="88900"/>
              <a:ext cx="6172200" cy="6172200"/>
            </a:xfrm>
            <a:custGeom>
              <a:avLst/>
              <a:gdLst/>
              <a:ahLst/>
              <a:cxnLst/>
              <a:rect r="r" b="b" t="t" l="l"/>
              <a:pathLst>
                <a:path h="6172200" w="6172200">
                  <a:moveTo>
                    <a:pt x="6172200" y="5864860"/>
                  </a:moveTo>
                  <a:cubicBezTo>
                    <a:pt x="6172200" y="6033770"/>
                    <a:pt x="6035040" y="6170930"/>
                    <a:pt x="5866130" y="6170930"/>
                  </a:cubicBezTo>
                  <a:lnTo>
                    <a:pt x="307340" y="6170930"/>
                  </a:lnTo>
                  <a:cubicBezTo>
                    <a:pt x="137160" y="6172200"/>
                    <a:pt x="0" y="6035040"/>
                    <a:pt x="0" y="5864860"/>
                  </a:cubicBezTo>
                  <a:lnTo>
                    <a:pt x="0" y="307340"/>
                  </a:lnTo>
                  <a:cubicBezTo>
                    <a:pt x="0" y="137160"/>
                    <a:pt x="137160" y="0"/>
                    <a:pt x="307340" y="0"/>
                  </a:cubicBezTo>
                  <a:lnTo>
                    <a:pt x="5866130" y="0"/>
                  </a:lnTo>
                  <a:cubicBezTo>
                    <a:pt x="6035040" y="0"/>
                    <a:pt x="6172200" y="137160"/>
                    <a:pt x="6172200" y="307340"/>
                  </a:cubicBezTo>
                  <a:lnTo>
                    <a:pt x="6172200" y="5864860"/>
                  </a:lnTo>
                  <a:close/>
                </a:path>
              </a:pathLst>
            </a:custGeom>
            <a:blipFill>
              <a:blip r:embed="rId4"/>
              <a:stretch>
                <a:fillRect l="-25031" t="0" r="-25031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953760" y="6350000"/>
                  </a:moveTo>
                  <a:lnTo>
                    <a:pt x="396240" y="6350000"/>
                  </a:lnTo>
                  <a:cubicBezTo>
                    <a:pt x="177800" y="6350000"/>
                    <a:pt x="0" y="6172200"/>
                    <a:pt x="0" y="5953760"/>
                  </a:cubicBezTo>
                  <a:lnTo>
                    <a:pt x="0" y="396240"/>
                  </a:lnTo>
                  <a:cubicBezTo>
                    <a:pt x="0" y="177800"/>
                    <a:pt x="177800" y="0"/>
                    <a:pt x="396240" y="0"/>
                  </a:cubicBezTo>
                  <a:lnTo>
                    <a:pt x="5955030" y="0"/>
                  </a:lnTo>
                  <a:cubicBezTo>
                    <a:pt x="6172200" y="0"/>
                    <a:pt x="6350000" y="177800"/>
                    <a:pt x="6350000" y="396240"/>
                  </a:cubicBezTo>
                  <a:lnTo>
                    <a:pt x="6350000" y="5955030"/>
                  </a:lnTo>
                  <a:cubicBezTo>
                    <a:pt x="6350000" y="6172200"/>
                    <a:pt x="6172200" y="6350000"/>
                    <a:pt x="5953760" y="6350000"/>
                  </a:cubicBezTo>
                  <a:close/>
                  <a:moveTo>
                    <a:pt x="396240" y="179070"/>
                  </a:moveTo>
                  <a:cubicBezTo>
                    <a:pt x="276860" y="179070"/>
                    <a:pt x="179070" y="276860"/>
                    <a:pt x="179070" y="396240"/>
                  </a:cubicBezTo>
                  <a:lnTo>
                    <a:pt x="179070" y="5955030"/>
                  </a:lnTo>
                  <a:cubicBezTo>
                    <a:pt x="179070" y="6074410"/>
                    <a:pt x="276860" y="6172200"/>
                    <a:pt x="396240" y="6172200"/>
                  </a:cubicBezTo>
                  <a:lnTo>
                    <a:pt x="5955030" y="6172200"/>
                  </a:lnTo>
                  <a:cubicBezTo>
                    <a:pt x="6074410" y="6172200"/>
                    <a:pt x="6172200" y="6074410"/>
                    <a:pt x="6172200" y="5955030"/>
                  </a:cubicBezTo>
                  <a:lnTo>
                    <a:pt x="6172200" y="396240"/>
                  </a:lnTo>
                  <a:cubicBezTo>
                    <a:pt x="6172200" y="276860"/>
                    <a:pt x="6074410" y="179070"/>
                    <a:pt x="5955030" y="179070"/>
                  </a:cubicBezTo>
                  <a:lnTo>
                    <a:pt x="396240" y="179070"/>
                  </a:lnTo>
                  <a:close/>
                </a:path>
              </a:pathLst>
            </a:custGeom>
            <a:gradFill rotWithShape="true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9970" y="7837057"/>
            <a:ext cx="1469330" cy="1421243"/>
          </a:xfrm>
          <a:custGeom>
            <a:avLst/>
            <a:gdLst/>
            <a:ahLst/>
            <a:cxnLst/>
            <a:rect r="r" b="b" t="t" l="l"/>
            <a:pathLst>
              <a:path h="1421243" w="1469330">
                <a:moveTo>
                  <a:pt x="0" y="0"/>
                </a:moveTo>
                <a:lnTo>
                  <a:pt x="1469330" y="0"/>
                </a:lnTo>
                <a:lnTo>
                  <a:pt x="1469330" y="1421243"/>
                </a:lnTo>
                <a:lnTo>
                  <a:pt x="0" y="1421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67097">
            <a:off x="-1385063" y="-3257626"/>
            <a:ext cx="5268632" cy="5150088"/>
          </a:xfrm>
          <a:custGeom>
            <a:avLst/>
            <a:gdLst/>
            <a:ahLst/>
            <a:cxnLst/>
            <a:rect r="r" b="b" t="t" l="l"/>
            <a:pathLst>
              <a:path h="5150088" w="5268632">
                <a:moveTo>
                  <a:pt x="0" y="0"/>
                </a:moveTo>
                <a:lnTo>
                  <a:pt x="5268632" y="0"/>
                </a:lnTo>
                <a:lnTo>
                  <a:pt x="5268632" y="5150088"/>
                </a:lnTo>
                <a:lnTo>
                  <a:pt x="0" y="515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9253" y="2147625"/>
            <a:ext cx="4522538" cy="7506287"/>
          </a:xfrm>
          <a:custGeom>
            <a:avLst/>
            <a:gdLst/>
            <a:ahLst/>
            <a:cxnLst/>
            <a:rect r="r" b="b" t="t" l="l"/>
            <a:pathLst>
              <a:path h="7506287" w="4522538">
                <a:moveTo>
                  <a:pt x="0" y="0"/>
                </a:moveTo>
                <a:lnTo>
                  <a:pt x="4522537" y="0"/>
                </a:lnTo>
                <a:lnTo>
                  <a:pt x="4522537" y="7506287"/>
                </a:lnTo>
                <a:lnTo>
                  <a:pt x="0" y="7506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06629" y="2042850"/>
            <a:ext cx="9474742" cy="98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1"/>
              </a:lnSpc>
              <a:spcBef>
                <a:spcPct val="0"/>
              </a:spcBef>
            </a:pPr>
            <a:r>
              <a:rPr lang="en-US" b="true" sz="5741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Training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0267" y="1857882"/>
            <a:ext cx="5309389" cy="98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81"/>
              </a:lnSpc>
              <a:spcBef>
                <a:spcPct val="0"/>
              </a:spcBef>
            </a:pPr>
            <a:r>
              <a:rPr lang="en-US" b="true" sz="5741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24620" y="-1132633"/>
            <a:ext cx="3308580" cy="3304444"/>
          </a:xfrm>
          <a:custGeom>
            <a:avLst/>
            <a:gdLst/>
            <a:ahLst/>
            <a:cxnLst/>
            <a:rect r="r" b="b" t="t" l="l"/>
            <a:pathLst>
              <a:path h="3304444" w="3308580">
                <a:moveTo>
                  <a:pt x="0" y="0"/>
                </a:moveTo>
                <a:lnTo>
                  <a:pt x="3308580" y="0"/>
                </a:lnTo>
                <a:lnTo>
                  <a:pt x="3308580" y="3304444"/>
                </a:lnTo>
                <a:lnTo>
                  <a:pt x="0" y="3304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33710" y="8634778"/>
            <a:ext cx="3308580" cy="3304444"/>
          </a:xfrm>
          <a:custGeom>
            <a:avLst/>
            <a:gdLst/>
            <a:ahLst/>
            <a:cxnLst/>
            <a:rect r="r" b="b" t="t" l="l"/>
            <a:pathLst>
              <a:path h="3304444" w="3308580">
                <a:moveTo>
                  <a:pt x="0" y="0"/>
                </a:moveTo>
                <a:lnTo>
                  <a:pt x="3308580" y="0"/>
                </a:lnTo>
                <a:lnTo>
                  <a:pt x="3308580" y="3304444"/>
                </a:lnTo>
                <a:lnTo>
                  <a:pt x="0" y="3304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31757" y="3091944"/>
            <a:ext cx="10754366" cy="3202711"/>
          </a:xfrm>
          <a:custGeom>
            <a:avLst/>
            <a:gdLst/>
            <a:ahLst/>
            <a:cxnLst/>
            <a:rect r="r" b="b" t="t" l="l"/>
            <a:pathLst>
              <a:path h="3202711" w="10754366">
                <a:moveTo>
                  <a:pt x="0" y="0"/>
                </a:moveTo>
                <a:lnTo>
                  <a:pt x="10754366" y="0"/>
                </a:lnTo>
                <a:lnTo>
                  <a:pt x="10754366" y="3202711"/>
                </a:lnTo>
                <a:lnTo>
                  <a:pt x="0" y="320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76099" y="7607295"/>
            <a:ext cx="5675620" cy="2054966"/>
          </a:xfrm>
          <a:custGeom>
            <a:avLst/>
            <a:gdLst/>
            <a:ahLst/>
            <a:cxnLst/>
            <a:rect r="r" b="b" t="t" l="l"/>
            <a:pathLst>
              <a:path h="2054966" w="5675620">
                <a:moveTo>
                  <a:pt x="0" y="0"/>
                </a:moveTo>
                <a:lnTo>
                  <a:pt x="5675620" y="0"/>
                </a:lnTo>
                <a:lnTo>
                  <a:pt x="5675620" y="2054966"/>
                </a:lnTo>
                <a:lnTo>
                  <a:pt x="0" y="2054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166" y="3970766"/>
            <a:ext cx="9398843" cy="4182485"/>
          </a:xfrm>
          <a:custGeom>
            <a:avLst/>
            <a:gdLst/>
            <a:ahLst/>
            <a:cxnLst/>
            <a:rect r="r" b="b" t="t" l="l"/>
            <a:pathLst>
              <a:path h="4182485" w="9398843">
                <a:moveTo>
                  <a:pt x="0" y="0"/>
                </a:moveTo>
                <a:lnTo>
                  <a:pt x="9398843" y="0"/>
                </a:lnTo>
                <a:lnTo>
                  <a:pt x="9398843" y="4182485"/>
                </a:lnTo>
                <a:lnTo>
                  <a:pt x="0" y="4182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03176" y="3136652"/>
            <a:ext cx="7076105" cy="5319279"/>
          </a:xfrm>
          <a:custGeom>
            <a:avLst/>
            <a:gdLst/>
            <a:ahLst/>
            <a:cxnLst/>
            <a:rect r="r" b="b" t="t" l="l"/>
            <a:pathLst>
              <a:path h="5319279" w="7076105">
                <a:moveTo>
                  <a:pt x="0" y="0"/>
                </a:moveTo>
                <a:lnTo>
                  <a:pt x="7076105" y="0"/>
                </a:lnTo>
                <a:lnTo>
                  <a:pt x="7076105" y="5319278"/>
                </a:lnTo>
                <a:lnTo>
                  <a:pt x="0" y="5319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02221" y="1357120"/>
            <a:ext cx="10883558" cy="98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1"/>
              </a:lnSpc>
              <a:spcBef>
                <a:spcPct val="0"/>
              </a:spcBef>
            </a:pPr>
            <a:r>
              <a:rPr lang="en-US" b="true" sz="5741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86492">
            <a:off x="15563637" y="8055643"/>
            <a:ext cx="3391326" cy="3387087"/>
          </a:xfrm>
          <a:custGeom>
            <a:avLst/>
            <a:gdLst/>
            <a:ahLst/>
            <a:cxnLst/>
            <a:rect r="r" b="b" t="t" l="l"/>
            <a:pathLst>
              <a:path h="3387087" w="3391326">
                <a:moveTo>
                  <a:pt x="0" y="0"/>
                </a:moveTo>
                <a:lnTo>
                  <a:pt x="3391326" y="0"/>
                </a:lnTo>
                <a:lnTo>
                  <a:pt x="3391326" y="3387087"/>
                </a:lnTo>
                <a:lnTo>
                  <a:pt x="0" y="338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73881">
            <a:off x="12869941" y="-1899995"/>
            <a:ext cx="3391326" cy="3387087"/>
          </a:xfrm>
          <a:custGeom>
            <a:avLst/>
            <a:gdLst/>
            <a:ahLst/>
            <a:cxnLst/>
            <a:rect r="r" b="b" t="t" l="l"/>
            <a:pathLst>
              <a:path h="3387087" w="3391326">
                <a:moveTo>
                  <a:pt x="0" y="0"/>
                </a:moveTo>
                <a:lnTo>
                  <a:pt x="3391326" y="0"/>
                </a:lnTo>
                <a:lnTo>
                  <a:pt x="3391326" y="3387087"/>
                </a:lnTo>
                <a:lnTo>
                  <a:pt x="0" y="338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74119" y="4199127"/>
            <a:ext cx="5339762" cy="112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19"/>
              </a:lnSpc>
              <a:spcBef>
                <a:spcPct val="0"/>
              </a:spcBef>
            </a:pPr>
            <a:r>
              <a:rPr lang="en-US" b="true" sz="6560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001244">
            <a:off x="10917706" y="7049713"/>
            <a:ext cx="14283863" cy="12962606"/>
          </a:xfrm>
          <a:custGeom>
            <a:avLst/>
            <a:gdLst/>
            <a:ahLst/>
            <a:cxnLst/>
            <a:rect r="r" b="b" t="t" l="l"/>
            <a:pathLst>
              <a:path h="12962606" w="14283863">
                <a:moveTo>
                  <a:pt x="0" y="0"/>
                </a:moveTo>
                <a:lnTo>
                  <a:pt x="14283863" y="0"/>
                </a:lnTo>
                <a:lnTo>
                  <a:pt x="14283863" y="12962606"/>
                </a:lnTo>
                <a:lnTo>
                  <a:pt x="0" y="1296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84654">
            <a:off x="-6628924" y="-8283079"/>
            <a:ext cx="12596877" cy="11431666"/>
          </a:xfrm>
          <a:custGeom>
            <a:avLst/>
            <a:gdLst/>
            <a:ahLst/>
            <a:cxnLst/>
            <a:rect r="r" b="b" t="t" l="l"/>
            <a:pathLst>
              <a:path h="11431666" w="12596877">
                <a:moveTo>
                  <a:pt x="0" y="0"/>
                </a:moveTo>
                <a:lnTo>
                  <a:pt x="12596877" y="0"/>
                </a:lnTo>
                <a:lnTo>
                  <a:pt x="12596877" y="11431667"/>
                </a:lnTo>
                <a:lnTo>
                  <a:pt x="0" y="1143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41139" y="4749861"/>
            <a:ext cx="6437528" cy="49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925" b="true">
                <a:solidFill>
                  <a:srgbClr val="B100E8"/>
                </a:solidFill>
                <a:latin typeface="Now Bold"/>
                <a:ea typeface="Now Bold"/>
                <a:cs typeface="Now Bold"/>
                <a:sym typeface="Now Bold"/>
              </a:rPr>
              <a:t>For watching this presentation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545481" y="-69377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4634" y="3441538"/>
            <a:ext cx="11370537" cy="137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2"/>
              </a:lnSpc>
            </a:pPr>
            <a:r>
              <a:rPr lang="en-US" b="true" sz="8087">
                <a:solidFill>
                  <a:srgbClr val="048AFF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DAGV-YlsQFk</dc:identifier>
  <dcterms:modified xsi:type="dcterms:W3CDTF">2011-08-01T06:04:30Z</dcterms:modified>
  <cp:revision>1</cp:revision>
  <dc:title>Black and Blue Professional Technology Business Project Presentation</dc:title>
</cp:coreProperties>
</file>